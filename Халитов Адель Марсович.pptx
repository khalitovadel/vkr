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8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9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0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3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5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6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7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Проектирование и разработка информационной системы по подбору и учёту работы городского пассажирского транспорта</dc:title>
  <dc:subject>PptxGenJS Presentation</dc:subject>
  <dc:creator>Created by Marp</dc:creator>
  <cp:lastModifiedBy>Created by Marp</cp:lastModifiedBy>
  <cp:revision>1</cp:revision>
  <dcterms:created xsi:type="dcterms:W3CDTF">2026-05-13T07:03:30Z</dcterms:created>
  <dcterms:modified xsi:type="dcterms:W3CDTF">2026-05-13T07:03:30Z</dcterms:modified>
</cp:coreProperties>
</file>